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6" r:id="rId3"/>
    <p:sldId id="257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66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AA359D-8695-B552-A2D4-2C6C46FE92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DCEEE9B-B2D4-A2AC-163C-3872988F76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BCAF20-C323-90BB-BDE8-44CC572F6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D061E-8ADF-4A05-958B-6A49F56B4C39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958F88-558B-8EB9-714F-D1892816A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B64ED3-83BA-6222-9DED-C1D3FF5E7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71961-7BC7-4D67-BA7D-42A49D1642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8382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A2DFEE-1504-E28F-CE05-52AD20543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894ABC2-FCA6-C23E-0222-01C422A45F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3CFEF5-26B9-3204-8010-494F820EA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D061E-8ADF-4A05-958B-6A49F56B4C39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1DD4B0-03A3-AB07-680C-7AB2C170B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45754F-0944-6DDC-2349-C42A10166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71961-7BC7-4D67-BA7D-42A49D1642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1186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D7B8DF-5167-A0FA-D21C-C6764D86C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D44632-76DE-D157-1F85-D3D1752207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63634CD-A465-82F3-1ED2-4BC6520F06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D061E-8ADF-4A05-958B-6A49F56B4C39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DCCB75D-8C2D-E482-C7B5-789FA87559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800BFA-0389-010E-842F-7BA1EF714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71961-7BC7-4D67-BA7D-42A49D1642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4847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C9ED60-E36C-278B-B166-3AD4E663D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094902D-E329-133F-AFDD-57747D0CF4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F195B1F-7B08-DEBF-C2DC-81227FDA8D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FFC885D-BEAD-1583-0E28-BD6FA9F91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D061E-8ADF-4A05-958B-6A49F56B4C39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25CA37A-AAD3-F201-9412-7BDC088A3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424318C-3B9A-7CC1-D70C-127E342F8B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71961-7BC7-4D67-BA7D-42A49D1642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319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ADFEB7-191C-AF15-263E-2FF02CD863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E1676B7-E25D-409C-3C24-39D09DBE8B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BD512F1-B3CC-706C-8526-1C6A48D8DF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8FAAAE9-B569-A639-2C9E-EAB96EC05E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EB4B9FF-A7BF-E261-67AE-AEF1EAF8AA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10F0771-BBF7-FDEF-18D6-1BF8D6BA5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D061E-8ADF-4A05-958B-6A49F56B4C39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87C710D-F43E-807A-13BB-A9A712A5E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950D8E6-2C90-317E-FAC3-4902B6C1A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71961-7BC7-4D67-BA7D-42A49D1642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4574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D359E15-A777-D3F8-D119-B1D48FB2E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D3FFB7F-63D2-0F38-00C9-DBD102B65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D061E-8ADF-4A05-958B-6A49F56B4C39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E512E5E-BF96-9530-22AE-A572F43DF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EF80BCC-3FAA-BD79-1119-06EB68BF46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71961-7BC7-4D67-BA7D-42A49D1642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73295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C3123D0-F880-F587-68FA-DDE58C4BF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D061E-8ADF-4A05-958B-6A49F56B4C39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D1E2BB9-1DF0-848D-626C-F162BB148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1491D28-C68C-3C0E-6777-9F8249C18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71961-7BC7-4D67-BA7D-42A49D1642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6946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002912-06D6-F541-3410-1B56C908E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744A750-0ABD-1CD2-B239-27B7A790D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11BF9F9-73E9-005E-A530-46D4284BB5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1EAFADE-ED31-11BE-8102-69617C0C6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D061E-8ADF-4A05-958B-6A49F56B4C39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E2D0795-4CE9-8E2E-3DC6-19C79D3D2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9F624A7-A754-7828-D43F-61F163419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71961-7BC7-4D67-BA7D-42A49D1642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83686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4935F0-A086-2CDF-06D1-E61A4DFB5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B60A84E-2738-0A61-EE91-F0CC9808C8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C0BE7B2-547E-6432-29AA-CB5FB0BC85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20E0CB5-51C4-5A04-DFC4-DA90478BD7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D061E-8ADF-4A05-958B-6A49F56B4C39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12BCF06-F848-0FC1-C8BE-8CA3360CF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482DE48-EB9E-DBFD-2B48-C56F0C669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71961-7BC7-4D67-BA7D-42A49D1642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31931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8C5B28-56EE-78D0-02C4-61D2FB469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0F754F23-C767-9EAA-F29D-31E1DB7069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DE89175-AB18-3D19-00DE-D283FFF9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D061E-8ADF-4A05-958B-6A49F56B4C39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9CF59C-0F7A-B81B-9832-8EA3A40C8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D37D9C6-5A37-E7FF-2D49-1D8340311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71961-7BC7-4D67-BA7D-42A49D1642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8159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95A663D-A5A6-F9F1-FCAB-30BDF522E6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71624FD-2AF3-407E-08B9-A5727CA8AF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01F0B70-92FD-677E-807A-60D088552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4D061E-8ADF-4A05-958B-6A49F56B4C39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8306BD-5331-BBFD-7015-C9A6D6B3E2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031C3E-3774-136C-6931-D279F944F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71961-7BC7-4D67-BA7D-42A49D1642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5307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999FAEF-0FEB-43DA-65EA-914B61437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62B761D-4D15-2DFF-E67B-85F129AD70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70BF2A-37BB-B629-C7A0-4816826DAAD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4D061E-8ADF-4A05-958B-6A49F56B4C39}" type="datetimeFigureOut">
              <a:rPr lang="zh-CN" altLang="en-US" smtClean="0"/>
              <a:t>2026/4/8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355724-8B96-199C-E539-800FCA3BD6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3484D3E-2336-71FB-91A8-58D00A6185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771961-7BC7-4D67-BA7D-42A49D1642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718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03646DA7-F1F7-4D62-DFCD-761E0ADDE370}"/>
              </a:ext>
            </a:extLst>
          </p:cNvPr>
          <p:cNvSpPr txBox="1"/>
          <p:nvPr/>
        </p:nvSpPr>
        <p:spPr>
          <a:xfrm>
            <a:off x="571500" y="476250"/>
            <a:ext cx="10382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工作原理：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E8FB0A3-840D-E5CD-4E49-DE102220B850}"/>
              </a:ext>
            </a:extLst>
          </p:cNvPr>
          <p:cNvSpPr txBox="1"/>
          <p:nvPr/>
        </p:nvSpPr>
        <p:spPr>
          <a:xfrm>
            <a:off x="1986396" y="938165"/>
            <a:ext cx="932815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[Client 端]                                                 [Server 端]</a:t>
            </a:r>
          </a:p>
          <a:p>
            <a:r>
              <a:rPr lang="zh-CN" altLang="en-US" dirty="0"/>
              <a:t>    |                                                                   |</a:t>
            </a:r>
          </a:p>
          <a:p>
            <a:r>
              <a:rPr lang="zh-CN" altLang="en-US" dirty="0"/>
              <a:t>    |-- 记录当前时间戳 (timestamp) ------&gt;  |</a:t>
            </a:r>
          </a:p>
          <a:p>
            <a:r>
              <a:rPr lang="zh-CN" altLang="en-US" dirty="0"/>
              <a:t>    |-- bt_latency_request() 写入特征值 </a:t>
            </a:r>
            <a:r>
              <a:rPr lang="en-US" altLang="zh-CN" dirty="0"/>
              <a:t>--</a:t>
            </a:r>
            <a:r>
              <a:rPr lang="zh-CN" altLang="en-US" dirty="0"/>
              <a:t>-&gt;  |</a:t>
            </a:r>
          </a:p>
          <a:p>
            <a:r>
              <a:rPr lang="zh-CN" altLang="en-US" dirty="0"/>
              <a:t>    |                                                                   |-- 收到写请求，自动回复 Write Response</a:t>
            </a:r>
          </a:p>
          <a:p>
            <a:r>
              <a:rPr lang="zh-CN" altLang="en-US" dirty="0"/>
              <a:t>    |&lt;-- 收到响应 (latency_response cb) </a:t>
            </a:r>
            <a:r>
              <a:rPr lang="en-US" altLang="zh-CN" dirty="0"/>
              <a:t>-- </a:t>
            </a:r>
            <a:r>
              <a:rPr lang="zh-CN" altLang="en-US" dirty="0"/>
              <a:t>-- |</a:t>
            </a:r>
          </a:p>
          <a:p>
            <a:r>
              <a:rPr lang="zh-CN" altLang="en-US" dirty="0"/>
              <a:t>    |-- 用当前时间 - 时间戳 = RTT -------&gt;  |</a:t>
            </a:r>
          </a:p>
          <a:p>
            <a:r>
              <a:rPr lang="zh-CN" altLang="en-US" dirty="0"/>
              <a:t>    |-- 传输延迟 ≈ RTT / 2                               |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998939D-95BF-B21B-A727-9281F5C9E888}"/>
              </a:ext>
            </a:extLst>
          </p:cNvPr>
          <p:cNvSpPr txBox="1"/>
          <p:nvPr/>
        </p:nvSpPr>
        <p:spPr>
          <a:xfrm>
            <a:off x="701962" y="3888510"/>
            <a:ext cx="585585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DK</a:t>
            </a:r>
            <a:r>
              <a:rPr lang="zh-CN" altLang="en-US" dirty="0"/>
              <a:t>板上</a:t>
            </a:r>
            <a:r>
              <a:rPr lang="en-US" altLang="zh-CN" dirty="0"/>
              <a:t>LED</a:t>
            </a:r>
            <a:r>
              <a:rPr lang="zh-CN" altLang="en-US" dirty="0"/>
              <a:t>状态指示：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                LED0 </a:t>
            </a:r>
            <a:r>
              <a:rPr lang="zh-CN" altLang="en-US" dirty="0"/>
              <a:t>亮表示连接成功。</a:t>
            </a:r>
            <a:endParaRPr lang="en-US" altLang="zh-CN" dirty="0"/>
          </a:p>
          <a:p>
            <a:r>
              <a:rPr lang="en-US" altLang="zh-CN" dirty="0"/>
              <a:t>                LED1 </a:t>
            </a:r>
            <a:r>
              <a:rPr lang="zh-CN" altLang="en-US" dirty="0"/>
              <a:t>闪烁表示数据通信。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串口终端设置： </a:t>
            </a:r>
            <a:r>
              <a:rPr lang="en-US" altLang="zh-CN" dirty="0"/>
              <a:t>115200     8N1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87480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2343CC28-AE2E-4273-FD35-BED89238D1EC}"/>
              </a:ext>
            </a:extLst>
          </p:cNvPr>
          <p:cNvSpPr txBox="1"/>
          <p:nvPr/>
        </p:nvSpPr>
        <p:spPr>
          <a:xfrm>
            <a:off x="314416" y="580247"/>
            <a:ext cx="103715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US" altLang="zh-CN" dirty="0"/>
              <a:t>DK</a:t>
            </a:r>
            <a:r>
              <a:rPr lang="zh-CN" altLang="en-US" dirty="0"/>
              <a:t>分别接上串口终端，输入</a:t>
            </a:r>
            <a:r>
              <a:rPr lang="en-US" altLang="zh-CN" dirty="0"/>
              <a:t>p</a:t>
            </a:r>
            <a:r>
              <a:rPr lang="zh-CN" altLang="en-US" dirty="0"/>
              <a:t>回车后此</a:t>
            </a:r>
            <a:r>
              <a:rPr lang="en-US" altLang="zh-CN" dirty="0"/>
              <a:t>DK</a:t>
            </a:r>
            <a:r>
              <a:rPr lang="zh-CN" altLang="en-US" dirty="0"/>
              <a:t>是从机角色，另一块</a:t>
            </a:r>
            <a:r>
              <a:rPr lang="en-US" altLang="zh-CN" dirty="0"/>
              <a:t>DK</a:t>
            </a:r>
            <a:r>
              <a:rPr lang="zh-CN" altLang="en-US" dirty="0"/>
              <a:t>输入</a:t>
            </a:r>
            <a:r>
              <a:rPr lang="en-US" altLang="zh-CN" dirty="0"/>
              <a:t>c</a:t>
            </a:r>
            <a:r>
              <a:rPr lang="zh-CN" altLang="en-US" dirty="0"/>
              <a:t>并回车则是主机角色，</a:t>
            </a:r>
            <a:endParaRPr lang="en-US" altLang="zh-CN" dirty="0"/>
          </a:p>
          <a:p>
            <a:pPr marL="342900" indent="-342900">
              <a:buAutoNum type="arabicPeriod"/>
            </a:pPr>
            <a:r>
              <a:rPr lang="zh-CN" altLang="en-US" dirty="0"/>
              <a:t>两块</a:t>
            </a:r>
            <a:r>
              <a:rPr lang="en-US" altLang="zh-CN" dirty="0"/>
              <a:t>DK</a:t>
            </a:r>
            <a:r>
              <a:rPr lang="zh-CN" altLang="en-US" dirty="0"/>
              <a:t>自动建立连接，自动调整连接间隔为</a:t>
            </a:r>
            <a:r>
              <a:rPr lang="en-US" altLang="zh-CN" dirty="0"/>
              <a:t>750uS, </a:t>
            </a:r>
            <a:r>
              <a:rPr lang="zh-CN" altLang="en-US" dirty="0"/>
              <a:t>接下来可以持续观察传输时间。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F0EDB10E-F4CF-4DDE-8D68-BA52B6CE5A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524" y="1491520"/>
            <a:ext cx="11378616" cy="5109506"/>
          </a:xfrm>
          <a:prstGeom prst="rect">
            <a:avLst/>
          </a:prstGeom>
        </p:spPr>
      </p:pic>
      <p:sp>
        <p:nvSpPr>
          <p:cNvPr id="2" name="文本框 1">
            <a:extLst>
              <a:ext uri="{FF2B5EF4-FFF2-40B4-BE49-F238E27FC236}">
                <a16:creationId xmlns:a16="http://schemas.microsoft.com/office/drawing/2014/main" id="{1D28BC5A-381B-FAA2-7E6B-224D340C1C62}"/>
              </a:ext>
            </a:extLst>
          </p:cNvPr>
          <p:cNvSpPr txBox="1"/>
          <p:nvPr/>
        </p:nvSpPr>
        <p:spPr>
          <a:xfrm>
            <a:off x="167205" y="13854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测试步骤：</a:t>
            </a:r>
          </a:p>
        </p:txBody>
      </p:sp>
    </p:spTree>
    <p:extLst>
      <p:ext uri="{BB962C8B-B14F-4D97-AF65-F5344CB8AC3E}">
        <p14:creationId xmlns:p14="http://schemas.microsoft.com/office/powerpoint/2010/main" val="39352948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E0D8B3-AB4D-F53D-A2C6-088D5ED955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F8BF381D-A3EF-B056-0323-BEAA3D795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254" y="599680"/>
            <a:ext cx="10515599" cy="4919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3746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161</Words>
  <Application>Microsoft Office PowerPoint</Application>
  <PresentationFormat>宽屏</PresentationFormat>
  <Paragraphs>19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7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Devin Li</dc:creator>
  <cp:lastModifiedBy>Devin Li</cp:lastModifiedBy>
  <cp:revision>7</cp:revision>
  <dcterms:created xsi:type="dcterms:W3CDTF">2026-04-03T08:00:02Z</dcterms:created>
  <dcterms:modified xsi:type="dcterms:W3CDTF">2026-04-08T03:31:41Z</dcterms:modified>
</cp:coreProperties>
</file>